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Inter Medium" panose="020B0604020202020204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SemiBold" panose="020B0502040204020203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4447133"/>
            <a:ext cx="9525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1315491"/>
            <a:ext cx="10001250" cy="219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de Gestión de Inventarios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D31E2A"/>
                </a:solidFill>
                <a:latin typeface="Poppins"/>
                <a:ea typeface="Poppins"/>
                <a:cs typeface="Poppins"/>
                <a:sym typeface="Poppins"/>
              </a:rPr>
              <a:t>Oasis Literario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3895725"/>
            <a:ext cx="9525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Presentación Semana 5 - Curso Integrador II: Software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4647158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Alumnos: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Frank Giancarlo Franco Jiménez | Ian Adrián Hansen Seijas | Sergio Antonio Llanos Cueva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33500" y="5094833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Sección: 32718 | Lima, Perú - 2025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5550693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¿Qué </a:t>
            </a:r>
            <a:r>
              <a:rPr lang="en-US" sz="3150" b="1" i="0" u="none" strike="noStrike" cap="none">
                <a:solidFill>
                  <a:srgbClr val="D31E2A"/>
                </a:solidFill>
                <a:latin typeface="Poppins"/>
                <a:ea typeface="Poppins"/>
                <a:cs typeface="Poppins"/>
                <a:sym typeface="Poppins"/>
              </a:rPr>
              <a:t>problema</a:t>
            </a:r>
            <a:r>
              <a:rPr lang="en-US" sz="315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 resolvemos?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866900"/>
            <a:ext cx="5286375" cy="28575"/>
          </a:xfrm>
          <a:prstGeom prst="rect">
            <a:avLst/>
          </a:prstGeom>
          <a:solidFill>
            <a:srgbClr val="D31E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276475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Inconsistencia y Pérdida de Confianza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894825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Actualmente, Oasis Literario enfrenta graves deficiencias en su sistema de control de inventarios físicos. El desfase entre el sistema digital y la realidad en los estantes genera: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7639050"/>
            <a:ext cx="52863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 Solución: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Integrar el control de inventarios físicos con la plataforma digital para garantizar información 100% precisa.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4368700"/>
            <a:ext cx="5000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Información errónea: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Usuarios buscan ejemplares que figuran disponibles en</a:t>
            </a: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el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sistema pero no existen físicamente.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5425975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Pérdida de confianza: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Frustración en los lectores al no poder acceder al material deseado.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6178450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Impacto negativo: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Disminución directa en la cantidad de préstamos de la bibliot</a:t>
            </a: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eca.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06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464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165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90675"/>
            <a:ext cx="3492549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90675"/>
            <a:ext cx="3492549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90675"/>
            <a:ext cx="3492549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66775" y="2762250"/>
            <a:ext cx="304709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Aplicación Web Centralizada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370522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Una plataforma web robusta que unifica la gestión del inventario físico, el registro de préstamos y la administración del catálogo digital en un solo lugar accesible.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5074" y="2762250"/>
            <a:ext cx="304709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Sincronización en Tiempo Real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45074" y="370522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Actualización automática del stock físico. Al registrar un préstamo o una devolución, el sistema ajusta la disponibilidad instantáneamente, evitando inconsistencias.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23374" y="2762250"/>
            <a:ext cx="304709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 de Accesos por Roles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3705225"/>
            <a:ext cx="29019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Implementación de seguridad mediante autenticación, garantizando que Administradores y </a:t>
            </a: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estudiantes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tengan acceso únicamente a las herramientas correspondientes a su rol.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0574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0574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485775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¿Cómo </a:t>
            </a:r>
            <a:r>
              <a:rPr lang="en-US" sz="3150" b="1" i="0" u="none" strike="noStrike" cap="none">
                <a:solidFill>
                  <a:srgbClr val="D31E2A"/>
                </a:solidFill>
                <a:latin typeface="Poppins"/>
                <a:ea typeface="Poppins"/>
                <a:cs typeface="Poppins"/>
                <a:sym typeface="Poppins"/>
              </a:rPr>
              <a:t>funcionará</a:t>
            </a:r>
            <a:r>
              <a:rPr lang="en-US" sz="315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 el sistema?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D31E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2695575" y="2904716"/>
            <a:ext cx="680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Prototipo </a:t>
            </a:r>
            <a:r>
              <a:rPr lang="en-US" sz="4800" b="1" i="0" u="none" strike="noStrike" cap="none">
                <a:solidFill>
                  <a:srgbClr val="D31E2A"/>
                </a:solidFill>
                <a:latin typeface="Poppins"/>
                <a:ea typeface="Poppins"/>
                <a:cs typeface="Poppins"/>
                <a:sym typeface="Poppins"/>
              </a:rPr>
              <a:t>Navegable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381625" y="4191141"/>
            <a:ext cx="1428900" cy="57300"/>
          </a:xfrm>
          <a:prstGeom prst="rect">
            <a:avLst/>
          </a:prstGeom>
          <a:solidFill>
            <a:srgbClr val="D31E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295275" y="268874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31E2A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436423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Curso Integrador II: Software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Universidad Tecnológica del Perú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Panorámica</PresentationFormat>
  <Paragraphs>21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Calibri</vt:lpstr>
      <vt:lpstr>Inter Medium</vt:lpstr>
      <vt:lpstr>Poppins SemiBold</vt:lpstr>
      <vt:lpstr>Poppins</vt:lpstr>
      <vt:lpstr>Arial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PRUEBA</dc:creator>
  <cp:lastModifiedBy>ALUMNO - FRANK GIANCARLO FRANCO JIMENEZ</cp:lastModifiedBy>
  <cp:revision>1</cp:revision>
  <dcterms:modified xsi:type="dcterms:W3CDTF">2026-04-20T15:45:36Z</dcterms:modified>
</cp:coreProperties>
</file>